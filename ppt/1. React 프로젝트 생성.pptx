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FFE488F-281B-40F6-96E7-A671EA26D68F}">
          <p14:sldIdLst>
            <p14:sldId id="256"/>
            <p14:sldId id="257"/>
          </p14:sldIdLst>
        </p14:section>
        <p14:section name="리엑트 프로젝트 생성" id="{402FB705-822F-435C-A07E-A02747CDBB44}">
          <p14:sldIdLst>
            <p14:sldId id="258"/>
            <p14:sldId id="259"/>
            <p14:sldId id="260"/>
            <p14:sldId id="261"/>
            <p14:sldId id="263"/>
            <p14:sldId id="262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87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4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67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79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360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3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39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56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28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2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45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7D4F965-A921-453A-B3A1-4DF5DB580691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86F2FAD-2D3D-41D9-967C-B38D127252C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9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nodejs.org/ko/download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6CCB5-FE82-6040-59A9-DC0923539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React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0A6280-38C3-615D-7AF1-917B0EE4F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52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8920F-1D8C-1A6E-A65F-007EF239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강의 사용 기술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5ECB5-A30C-CC7D-1B4D-53F690059A0F}"/>
              </a:ext>
            </a:extLst>
          </p:cNvPr>
          <p:cNvSpPr txBox="1"/>
          <p:nvPr/>
        </p:nvSpPr>
        <p:spPr>
          <a:xfrm>
            <a:off x="1230284" y="1928553"/>
            <a:ext cx="104158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CRA </a:t>
            </a:r>
            <a:r>
              <a:rPr lang="en-US" altLang="ko-KR">
                <a:sym typeface="Wingdings" panose="05000000000000000000" pitchFamily="2" charset="2"/>
              </a:rPr>
              <a:t> Vite</a:t>
            </a:r>
            <a:r>
              <a:rPr lang="ko-KR" altLang="en-US">
                <a:sym typeface="Wingdings" panose="05000000000000000000" pitchFamily="2" charset="2"/>
              </a:rPr>
              <a:t>환경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JavaScript  TypeScript</a:t>
            </a:r>
          </a:p>
          <a:p>
            <a:r>
              <a:rPr lang="en-US" altLang="ko-KR">
                <a:sym typeface="Wingdings" panose="05000000000000000000" pitchFamily="2" charset="2"/>
              </a:rPr>
              <a:t>React Router v7</a:t>
            </a:r>
          </a:p>
          <a:p>
            <a:r>
              <a:rPr lang="en-US" altLang="ko-KR">
                <a:sym typeface="Wingdings" panose="05000000000000000000" pitchFamily="2" charset="2"/>
              </a:rPr>
              <a:t>Atom  Zustand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58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07BBC-774C-5B19-5BE3-679FD3A7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 </a:t>
            </a:r>
            <a:r>
              <a:rPr lang="ko-KR" altLang="en-US"/>
              <a:t>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22A50-BC70-ECDA-4853-A87215CE7CB0}"/>
              </a:ext>
            </a:extLst>
          </p:cNvPr>
          <p:cNvSpPr txBox="1"/>
          <p:nvPr/>
        </p:nvSpPr>
        <p:spPr>
          <a:xfrm>
            <a:off x="1203268" y="1737360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2"/>
              </a:rPr>
              <a:t>https://nodejs.org/ko/download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2D9269-0C01-465D-8F93-8E31E712B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93" y="2199995"/>
            <a:ext cx="7013207" cy="45486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799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62AAE-137B-7279-EBD6-D19E27BB2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작업 공간 나누기</a:t>
            </a:r>
            <a:r>
              <a:rPr lang="en-US" altLang="ko-KR"/>
              <a:t>(Backend, Frontend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90B4EB-588E-8B97-0151-0F39090F5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62257"/>
            <a:ext cx="3962953" cy="20195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457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842A4-BDA8-0DA3-1C87-A67ABCB0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리엑트</a:t>
            </a:r>
            <a:r>
              <a:rPr lang="en-US" altLang="ko-KR"/>
              <a:t> </a:t>
            </a:r>
            <a:r>
              <a:rPr lang="ko-KR" altLang="en-US"/>
              <a:t>프로젝트 생성 툴 </a:t>
            </a:r>
            <a:r>
              <a:rPr lang="en-US" altLang="ko-KR"/>
              <a:t>(Vite)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EE12D2-D17E-47F9-018A-5F7A5DB06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096" y="1985050"/>
            <a:ext cx="8177810" cy="45863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4606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08147-C477-8DDB-99BF-49511107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Vite</a:t>
            </a:r>
            <a:r>
              <a:rPr lang="ko-KR" altLang="en-US"/>
              <a:t>로 프로젝트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13558A-33B6-4140-2C66-12660AC5B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5855"/>
            <a:ext cx="1276528" cy="14003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752EC80-D28F-A872-8EC9-C855DD617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888" y="1905855"/>
            <a:ext cx="4738814" cy="115304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9967AD58-74B8-7C23-51D5-CD528305C11B}"/>
              </a:ext>
            </a:extLst>
          </p:cNvPr>
          <p:cNvGrpSpPr/>
          <p:nvPr/>
        </p:nvGrpSpPr>
        <p:grpSpPr>
          <a:xfrm>
            <a:off x="7991604" y="1905855"/>
            <a:ext cx="4037374" cy="4388350"/>
            <a:chOff x="7650782" y="1525339"/>
            <a:chExt cx="4037374" cy="4388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B99702D-60CD-1D57-29CB-1FC34EA38655}"/>
                </a:ext>
              </a:extLst>
            </p:cNvPr>
            <p:cNvGrpSpPr/>
            <p:nvPr/>
          </p:nvGrpSpPr>
          <p:grpSpPr>
            <a:xfrm>
              <a:off x="7650782" y="1525339"/>
              <a:ext cx="3685166" cy="4388350"/>
              <a:chOff x="7650782" y="1525339"/>
              <a:chExt cx="3685166" cy="438835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71718878-D7AE-0FF7-92BC-2B66C3F699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50782" y="1525339"/>
                <a:ext cx="3517737" cy="1251112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5E24D5F0-89B8-3BDD-4087-D56C3CAC7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865"/>
              <a:stretch>
                <a:fillRect/>
              </a:stretch>
            </p:blipFill>
            <p:spPr>
              <a:xfrm>
                <a:off x="7650782" y="2776451"/>
                <a:ext cx="3685166" cy="3137238"/>
              </a:xfrm>
              <a:prstGeom prst="rect">
                <a:avLst/>
              </a:prstGeom>
            </p:spPr>
          </p:pic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399CC0C-000D-EABB-8A7A-8FD749DF4BEA}"/>
                </a:ext>
              </a:extLst>
            </p:cNvPr>
            <p:cNvSpPr/>
            <p:nvPr/>
          </p:nvSpPr>
          <p:spPr>
            <a:xfrm>
              <a:off x="9260840" y="2482377"/>
              <a:ext cx="2427316" cy="211974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1.</a:t>
              </a:r>
              <a:r>
                <a:rPr lang="ko-KR" altLang="en-US" sz="1000">
                  <a:solidFill>
                    <a:schemeClr val="tx1"/>
                  </a:solidFill>
                </a:rPr>
                <a:t>프로젝트 명 설정</a:t>
              </a:r>
              <a:endParaRPr lang="en-US" altLang="ko-KR" sz="100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2. framwork </a:t>
              </a:r>
              <a:r>
                <a:rPr lang="ko-KR" altLang="en-US" sz="1000">
                  <a:solidFill>
                    <a:schemeClr val="tx1"/>
                  </a:solidFill>
                </a:rPr>
                <a:t>선택 </a:t>
              </a:r>
              <a:r>
                <a:rPr lang="en-US" altLang="ko-KR" sz="1000">
                  <a:solidFill>
                    <a:schemeClr val="tx1"/>
                  </a:solidFill>
                </a:rPr>
                <a:t>: Vue, next.js </a:t>
              </a:r>
              <a:r>
                <a:rPr lang="ko-KR" altLang="en-US" sz="1000">
                  <a:solidFill>
                    <a:schemeClr val="tx1"/>
                  </a:solidFill>
                </a:rPr>
                <a:t>등 다양하게 있음</a:t>
              </a:r>
              <a:endParaRPr lang="en-US" altLang="ko-KR" sz="100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3.</a:t>
              </a:r>
              <a:r>
                <a:rPr lang="ko-KR" altLang="en-US" sz="1000">
                  <a:solidFill>
                    <a:schemeClr val="tx1"/>
                  </a:solidFill>
                </a:rPr>
                <a:t>언어 </a:t>
              </a:r>
              <a:r>
                <a:rPr lang="en-US" altLang="ko-KR" sz="1000">
                  <a:solidFill>
                    <a:schemeClr val="tx1"/>
                  </a:solidFill>
                </a:rPr>
                <a:t>:Typescript</a:t>
              </a:r>
            </a:p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4. </a:t>
              </a:r>
              <a:r>
                <a:rPr lang="ko-KR" altLang="en-US" sz="1000">
                  <a:solidFill>
                    <a:schemeClr val="tx1"/>
                  </a:solidFill>
                </a:rPr>
                <a:t>디버깅 툴 선택</a:t>
              </a:r>
              <a:endParaRPr lang="en-US" altLang="ko-KR" sz="100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5.  </a:t>
              </a:r>
              <a:r>
                <a:rPr lang="ko-KR" altLang="en-US" sz="1000">
                  <a:solidFill>
                    <a:schemeClr val="tx1"/>
                  </a:solidFill>
                </a:rPr>
                <a:t>지금당장 </a:t>
              </a:r>
              <a:r>
                <a:rPr lang="en-US" altLang="ko-KR" sz="1000">
                  <a:solidFill>
                    <a:schemeClr val="tx1"/>
                  </a:solidFill>
                </a:rPr>
                <a:t>npm</a:t>
              </a:r>
              <a:r>
                <a:rPr lang="ko-KR" altLang="en-US" sz="1000">
                  <a:solidFill>
                    <a:schemeClr val="tx1"/>
                  </a:solidFill>
                </a:rPr>
                <a:t>으로 인스톨 진행할지 여부</a:t>
              </a:r>
              <a:endParaRPr lang="en-US" altLang="ko-KR" sz="1000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4CAD049F-798E-7E2A-EDA4-22227E0B4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429000"/>
            <a:ext cx="3439005" cy="18290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AB9573-2308-CEBA-A307-98696BEEA66A}"/>
              </a:ext>
            </a:extLst>
          </p:cNvPr>
          <p:cNvSpPr txBox="1"/>
          <p:nvPr/>
        </p:nvSpPr>
        <p:spPr>
          <a:xfrm>
            <a:off x="1097279" y="5361709"/>
            <a:ext cx="468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설치 완료시 </a:t>
            </a:r>
            <a:r>
              <a:rPr lang="en-US" altLang="ko-KR"/>
              <a:t>5173</a:t>
            </a:r>
            <a:r>
              <a:rPr lang="ko-KR" altLang="en-US"/>
              <a:t>포트로 </a:t>
            </a:r>
            <a:r>
              <a:rPr lang="en-US" altLang="ko-KR"/>
              <a:t>React </a:t>
            </a:r>
            <a:r>
              <a:rPr lang="ko-KR" altLang="en-US"/>
              <a:t>서버 실행</a:t>
            </a:r>
          </a:p>
        </p:txBody>
      </p:sp>
    </p:spTree>
    <p:extLst>
      <p:ext uri="{BB962C8B-B14F-4D97-AF65-F5344CB8AC3E}">
        <p14:creationId xmlns:p14="http://schemas.microsoft.com/office/powerpoint/2010/main" val="213351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4553D-AE68-4CB4-C128-8D39403F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React </a:t>
            </a:r>
            <a:r>
              <a:rPr lang="ko-KR" altLang="en-US"/>
              <a:t>실행 서버 확인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9A1749-BB1A-EF9A-4C37-667459FC4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860" y="1939471"/>
            <a:ext cx="3429479" cy="11336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8CFE37-7F45-8FCF-8323-AC23B46C0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297" y="1939471"/>
            <a:ext cx="3733878" cy="39106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596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74523-78AE-1334-F808-42EB3806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VSCode </a:t>
            </a:r>
            <a:r>
              <a:rPr lang="ko-KR" altLang="en-US"/>
              <a:t>설정 </a:t>
            </a:r>
            <a:r>
              <a:rPr lang="en-US" altLang="ko-KR"/>
              <a:t>(Extention </a:t>
            </a:r>
            <a:r>
              <a:rPr lang="ko-KR" altLang="en-US"/>
              <a:t>추가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458F7B-A813-351E-BA2E-DA25AB17E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01" y="1922964"/>
            <a:ext cx="4258269" cy="1914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0728F2-EB8F-2123-3923-564E832457BF}"/>
              </a:ext>
            </a:extLst>
          </p:cNvPr>
          <p:cNvSpPr txBox="1"/>
          <p:nvPr/>
        </p:nvSpPr>
        <p:spPr>
          <a:xfrm>
            <a:off x="267701" y="3940233"/>
            <a:ext cx="461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React</a:t>
            </a:r>
            <a:r>
              <a:rPr lang="ko-KR" altLang="en-US"/>
              <a:t> 관련 자동완성 기능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F00745-8511-E669-95F0-D1447D5EE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820" y="1922963"/>
            <a:ext cx="4603646" cy="19147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046952-4B65-171A-0E46-97EC583643C1}"/>
              </a:ext>
            </a:extLst>
          </p:cNvPr>
          <p:cNvSpPr txBox="1"/>
          <p:nvPr/>
        </p:nvSpPr>
        <p:spPr>
          <a:xfrm>
            <a:off x="4707820" y="3940231"/>
            <a:ext cx="461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Tailwind CSS </a:t>
            </a:r>
            <a:r>
              <a:rPr lang="ko-KR" altLang="en-US"/>
              <a:t>관련 자동완성 기능</a:t>
            </a:r>
          </a:p>
        </p:txBody>
      </p:sp>
    </p:spTree>
    <p:extLst>
      <p:ext uri="{BB962C8B-B14F-4D97-AF65-F5344CB8AC3E}">
        <p14:creationId xmlns:p14="http://schemas.microsoft.com/office/powerpoint/2010/main" val="91888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250E3-A159-607E-B189-A8173F1C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VSCode Ch1 </a:t>
            </a:r>
            <a:r>
              <a:rPr lang="ko-KR" altLang="en-US"/>
              <a:t>프로젝트 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9F9BE8-C4D2-7395-0976-345815B12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4892"/>
            <a:ext cx="4858428" cy="164805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58F99ED-1C34-D7F3-561D-2B836187061D}"/>
              </a:ext>
            </a:extLst>
          </p:cNvPr>
          <p:cNvGrpSpPr/>
          <p:nvPr/>
        </p:nvGrpSpPr>
        <p:grpSpPr>
          <a:xfrm>
            <a:off x="6126480" y="1964892"/>
            <a:ext cx="3467584" cy="2934845"/>
            <a:chOff x="6126480" y="1964892"/>
            <a:chExt cx="3467584" cy="293484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0FA5E3-2C46-48CE-FEC6-2A0C8F239F86}"/>
                </a:ext>
              </a:extLst>
            </p:cNvPr>
            <p:cNvSpPr txBox="1"/>
            <p:nvPr/>
          </p:nvSpPr>
          <p:spPr>
            <a:xfrm>
              <a:off x="6126480" y="4622738"/>
              <a:ext cx="2601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VSCode</a:t>
              </a:r>
              <a:r>
                <a:rPr lang="ko-KR" altLang="en-US" sz="1200"/>
                <a:t>에서 </a:t>
              </a:r>
              <a:r>
                <a:rPr lang="en-US" altLang="ko-KR" sz="1200"/>
                <a:t>React </a:t>
              </a:r>
              <a:r>
                <a:rPr lang="ko-KR" altLang="en-US" sz="1200"/>
                <a:t>터미널 실행확인</a:t>
              </a:r>
              <a:r>
                <a:rPr lang="en-US" altLang="ko-KR" sz="1200"/>
                <a:t>.</a:t>
              </a:r>
              <a:r>
                <a:rPr lang="ko-KR" altLang="en-US" sz="1200"/>
                <a:t> 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5B82FCB-236B-6DED-E1AD-DC7ECC949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6480" y="1964892"/>
              <a:ext cx="3467584" cy="265784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F801AD3-EC3B-D871-C6B6-DDDF77B3010A}"/>
              </a:ext>
            </a:extLst>
          </p:cNvPr>
          <p:cNvSpPr txBox="1"/>
          <p:nvPr/>
        </p:nvSpPr>
        <p:spPr>
          <a:xfrm>
            <a:off x="1097280" y="3707476"/>
            <a:ext cx="4858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만약 </a:t>
            </a:r>
            <a:r>
              <a:rPr lang="en-US" altLang="ko-KR" sz="1200"/>
              <a:t>React </a:t>
            </a:r>
            <a:r>
              <a:rPr lang="ko-KR" altLang="en-US" sz="1200"/>
              <a:t>서버 실행이 터미널에서 막힌다면 권한 문제로 인해 </a:t>
            </a:r>
            <a:br>
              <a:rPr lang="en-US" altLang="ko-KR" sz="1200"/>
            </a:br>
            <a:r>
              <a:rPr lang="ko-KR" altLang="en-US" sz="1200"/>
              <a:t>막힌것이다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83491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C454A-BCD3-2A51-C063-46911B3D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VSCode</a:t>
            </a:r>
            <a:r>
              <a:rPr lang="ko-KR" altLang="en-US"/>
              <a:t> 에서 </a:t>
            </a:r>
            <a:r>
              <a:rPr lang="en-US" altLang="ko-KR"/>
              <a:t>npm </a:t>
            </a:r>
            <a:r>
              <a:rPr lang="ko-KR" altLang="en-US"/>
              <a:t>문제 발생 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841C5BA-1104-C70E-2893-730E26598809}"/>
              </a:ext>
            </a:extLst>
          </p:cNvPr>
          <p:cNvGrpSpPr/>
          <p:nvPr/>
        </p:nvGrpSpPr>
        <p:grpSpPr>
          <a:xfrm>
            <a:off x="349133" y="1989290"/>
            <a:ext cx="4172991" cy="2699087"/>
            <a:chOff x="349133" y="1989290"/>
            <a:chExt cx="5486401" cy="33762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77057D0-7616-0D6F-9263-BD591C00A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998" t="2930" r="2067"/>
            <a:stretch>
              <a:fillRect/>
            </a:stretch>
          </p:blipFill>
          <p:spPr>
            <a:xfrm>
              <a:off x="349133" y="1989290"/>
              <a:ext cx="5486401" cy="337622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E42AC52-9F0E-9B6A-4379-33D7E6C2443C}"/>
                </a:ext>
              </a:extLst>
            </p:cNvPr>
            <p:cNvSpPr/>
            <p:nvPr/>
          </p:nvSpPr>
          <p:spPr>
            <a:xfrm>
              <a:off x="2975956" y="3940233"/>
              <a:ext cx="931026" cy="207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133D3FE-605B-2848-75A8-6F35C24FA986}"/>
              </a:ext>
            </a:extLst>
          </p:cNvPr>
          <p:cNvSpPr txBox="1"/>
          <p:nvPr/>
        </p:nvSpPr>
        <p:spPr>
          <a:xfrm>
            <a:off x="4688378" y="1989290"/>
            <a:ext cx="7365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&gt; Get-ExecutionPolicy</a:t>
            </a:r>
          </a:p>
          <a:p>
            <a:r>
              <a:rPr lang="en-US" altLang="ko-KR"/>
              <a:t>Restricted</a:t>
            </a:r>
          </a:p>
          <a:p>
            <a:endParaRPr lang="en-US" altLang="ko-KR"/>
          </a:p>
          <a:p>
            <a:r>
              <a:rPr lang="en-US" altLang="ko-KR" b="1"/>
              <a:t>&gt; Set-ExecutionPolicy -Scope CurrentUser -ExecutionPolicy RemoteSigned</a:t>
            </a:r>
          </a:p>
          <a:p>
            <a:endParaRPr lang="en-US" altLang="ko-KR" b="1"/>
          </a:p>
          <a:p>
            <a:r>
              <a:rPr lang="ko-KR" altLang="en-US"/>
              <a:t>권한 설정후 </a:t>
            </a:r>
            <a:r>
              <a:rPr lang="en-US" altLang="ko-KR"/>
              <a:t>VSCode </a:t>
            </a:r>
            <a:r>
              <a:rPr lang="ko-KR" altLang="en-US"/>
              <a:t>재실행</a:t>
            </a:r>
          </a:p>
        </p:txBody>
      </p:sp>
    </p:spTree>
    <p:extLst>
      <p:ext uri="{BB962C8B-B14F-4D97-AF65-F5344CB8AC3E}">
        <p14:creationId xmlns:p14="http://schemas.microsoft.com/office/powerpoint/2010/main" val="1432361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99505-8983-3CC9-25A5-2FDD56B9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main.tsx</a:t>
            </a:r>
            <a:endParaRPr lang="ko-KR" altLang="en-US" sz="40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F1F733A-8DE4-39CB-70B8-E9C0C12465B0}"/>
              </a:ext>
            </a:extLst>
          </p:cNvPr>
          <p:cNvGrpSpPr/>
          <p:nvPr/>
        </p:nvGrpSpPr>
        <p:grpSpPr>
          <a:xfrm>
            <a:off x="1097280" y="1904254"/>
            <a:ext cx="6289142" cy="4145791"/>
            <a:chOff x="1097280" y="1904254"/>
            <a:chExt cx="6289142" cy="414579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34CA5B8-5454-463F-88F4-027B4BDF4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04254"/>
              <a:ext cx="6289142" cy="414579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EEF6D93-C756-97D1-8C8A-7EDDC5765CA3}"/>
                </a:ext>
              </a:extLst>
            </p:cNvPr>
            <p:cNvSpPr/>
            <p:nvPr/>
          </p:nvSpPr>
          <p:spPr>
            <a:xfrm>
              <a:off x="1554480" y="4181302"/>
              <a:ext cx="839585" cy="2244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4E876D2-6DAF-CF93-6749-86F8EFF4627E}"/>
              </a:ext>
            </a:extLst>
          </p:cNvPr>
          <p:cNvSpPr txBox="1"/>
          <p:nvPr/>
        </p:nvSpPr>
        <p:spPr>
          <a:xfrm>
            <a:off x="7523018" y="1904254"/>
            <a:ext cx="444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vite</a:t>
            </a:r>
            <a:r>
              <a:rPr lang="ko-KR" altLang="en-US" sz="1200"/>
              <a:t>로 만들어진 프로젝트에선 </a:t>
            </a:r>
            <a:r>
              <a:rPr lang="en-US" altLang="ko-KR" sz="1200"/>
              <a:t>main.tsx </a:t>
            </a:r>
            <a:r>
              <a:rPr lang="ko-KR" altLang="en-US" sz="1200"/>
              <a:t>파일이 중요하다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SpringBoot </a:t>
            </a:r>
            <a:r>
              <a:rPr lang="ko-KR" altLang="en-US" sz="1200"/>
              <a:t>로 치면 </a:t>
            </a:r>
            <a:r>
              <a:rPr lang="en-US" altLang="ko-KR" sz="1200"/>
              <a:t>main.tsx</a:t>
            </a:r>
            <a:r>
              <a:rPr lang="ko-KR" altLang="en-US" sz="1200"/>
              <a:t>가 </a:t>
            </a:r>
            <a:r>
              <a:rPr lang="en-US" altLang="ko-KR" sz="1200"/>
              <a:t>application.java (</a:t>
            </a:r>
            <a:r>
              <a:rPr lang="ko-KR" altLang="en-US" sz="1200"/>
              <a:t>실행</a:t>
            </a:r>
            <a:r>
              <a:rPr lang="en-US" altLang="ko-KR" sz="1200"/>
              <a:t>)</a:t>
            </a:r>
            <a:r>
              <a:rPr lang="ko-KR" altLang="en-US" sz="1200"/>
              <a:t>파일이다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40014975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</TotalTime>
  <Words>181</Words>
  <Application>Microsoft Office PowerPoint</Application>
  <PresentationFormat>와이드스크린</PresentationFormat>
  <Paragraphs>35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Wingdings</vt:lpstr>
      <vt:lpstr>추억</vt:lpstr>
      <vt:lpstr>React</vt:lpstr>
      <vt:lpstr>강의 사용 기술 정리</vt:lpstr>
      <vt:lpstr>node 설치</vt:lpstr>
      <vt:lpstr>작업 공간 나누기(Backend, Frontend</vt:lpstr>
      <vt:lpstr>리엑트 프로젝트 생성 툴 (Vite)</vt:lpstr>
      <vt:lpstr>Vite로 프로젝트 생성</vt:lpstr>
      <vt:lpstr>React 실행 서버 확인.</vt:lpstr>
      <vt:lpstr>VSCode 설정 (Extention 추가)</vt:lpstr>
      <vt:lpstr>VSCode Ch1 프로젝트 열기</vt:lpstr>
      <vt:lpstr>VSCode 에서 npm 문제 발생 시</vt:lpstr>
      <vt:lpstr>main.tsx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14</cp:revision>
  <dcterms:created xsi:type="dcterms:W3CDTF">2026-09-16T03:21:07Z</dcterms:created>
  <dcterms:modified xsi:type="dcterms:W3CDTF">2026-09-16T04:06:19Z</dcterms:modified>
</cp:coreProperties>
</file>