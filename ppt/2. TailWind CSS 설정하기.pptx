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1008635-DC65-4F02-AF19-648997BB2E72}">
          <p14:sldIdLst>
            <p14:sldId id="256"/>
            <p14:sldId id="257"/>
            <p14:sldId id="258"/>
            <p14:sldId id="259"/>
            <p14:sldId id="260"/>
          </p14:sldIdLst>
        </p14:section>
        <p14:section name="DB설정" id="{8900223C-E7D8-4285-BC43-C6AF6988F75F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C8C96-267C-4732-B1CA-5017568F51B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807C-8EDF-4CA7-BAEB-4B6E4F65D5E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961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C8C96-267C-4732-B1CA-5017568F51B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807C-8EDF-4CA7-BAEB-4B6E4F65D5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60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C8C96-267C-4732-B1CA-5017568F51B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807C-8EDF-4CA7-BAEB-4B6E4F65D5E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774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C8C96-267C-4732-B1CA-5017568F51B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807C-8EDF-4CA7-BAEB-4B6E4F65D5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473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C8C96-267C-4732-B1CA-5017568F51B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807C-8EDF-4CA7-BAEB-4B6E4F65D5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82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C8C96-267C-4732-B1CA-5017568F51B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807C-8EDF-4CA7-BAEB-4B6E4F65D5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534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C8C96-267C-4732-B1CA-5017568F51B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807C-8EDF-4CA7-BAEB-4B6E4F65D5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852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FC8C96-267C-4732-B1CA-5017568F51B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E7807C-8EDF-4CA7-BAEB-4B6E4F65D5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975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C8C96-267C-4732-B1CA-5017568F51B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807C-8EDF-4CA7-BAEB-4B6E4F65D5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966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C8C96-267C-4732-B1CA-5017568F51B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807C-8EDF-4CA7-BAEB-4B6E4F65D5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73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C8C96-267C-4732-B1CA-5017568F51B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807C-8EDF-4CA7-BAEB-4B6E4F65D5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79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9FC8C96-267C-4732-B1CA-5017568F51B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AE7807C-8EDF-4CA7-BAEB-4B6E4F65D5E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1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tailwindcss.com/docs/installation/using-vite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A3F81-4082-07B8-8710-D729BA5605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Tailwind CSS </a:t>
            </a:r>
            <a:r>
              <a:rPr lang="ko-KR" altLang="en-US"/>
              <a:t>설정하기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03FEAD-6A9C-BDE2-7BEE-0B508E25FF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282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D3396-C8D8-6C2B-976D-D9A614839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Tailwind CSS</a:t>
            </a:r>
            <a:r>
              <a:rPr lang="ko-KR" altLang="en-US" sz="4000"/>
              <a:t>란</a:t>
            </a:r>
            <a:r>
              <a:rPr lang="en-US" altLang="ko-KR" sz="4000"/>
              <a:t>?</a:t>
            </a:r>
            <a:endParaRPr lang="ko-KR" altLang="en-US" sz="4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478E6-3681-F7B8-2213-782581DF3073}"/>
              </a:ext>
            </a:extLst>
          </p:cNvPr>
          <p:cNvSpPr txBox="1"/>
          <p:nvPr/>
        </p:nvSpPr>
        <p:spPr>
          <a:xfrm>
            <a:off x="1147156" y="1911927"/>
            <a:ext cx="100916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CSS </a:t>
            </a:r>
            <a:r>
              <a:rPr lang="ko-KR" altLang="en-US"/>
              <a:t>생성을 위해 예전에는 </a:t>
            </a:r>
            <a:r>
              <a:rPr lang="en-US" altLang="ko-KR"/>
              <a:t>BootStrap</a:t>
            </a:r>
            <a:r>
              <a:rPr lang="ko-KR" altLang="en-US"/>
              <a:t>을 주로 썻다면 요즘에는 </a:t>
            </a:r>
            <a:r>
              <a:rPr lang="en-US" altLang="ko-KR"/>
              <a:t>Tailwind CSS</a:t>
            </a:r>
            <a:r>
              <a:rPr lang="ko-KR" altLang="en-US"/>
              <a:t>를 모든 리엑트 프로젝트에 기본으로 적용한다</a:t>
            </a:r>
            <a:r>
              <a:rPr lang="en-US" altLang="ko-KR"/>
              <a:t>.</a:t>
            </a:r>
          </a:p>
          <a:p>
            <a:r>
              <a:rPr lang="en-US" altLang="ko-KR">
                <a:hlinkClick r:id="rId2"/>
              </a:rPr>
              <a:t>Installing Tailwind CSS with Vite - Tailwind CSS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FFA6B1-33A2-42E2-A52F-070226C1B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156" y="3166867"/>
            <a:ext cx="5853002" cy="277523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52B55C1-03A5-F54F-4872-E8C8345DB2E0}"/>
              </a:ext>
            </a:extLst>
          </p:cNvPr>
          <p:cNvSpPr/>
          <p:nvPr/>
        </p:nvSpPr>
        <p:spPr>
          <a:xfrm>
            <a:off x="3707476" y="5295207"/>
            <a:ext cx="3292682" cy="6468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C9C924-0757-4CA0-3F91-7A3ED6AAD2D1}"/>
              </a:ext>
            </a:extLst>
          </p:cNvPr>
          <p:cNvSpPr txBox="1"/>
          <p:nvPr/>
        </p:nvSpPr>
        <p:spPr>
          <a:xfrm>
            <a:off x="7065818" y="5295207"/>
            <a:ext cx="41729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 </a:t>
            </a:r>
            <a:r>
              <a:rPr lang="ko-KR" altLang="en-US" sz="1200"/>
              <a:t>프로젝트가 만들어져 있음으로 해당 명령으로 설치</a:t>
            </a:r>
          </a:p>
        </p:txBody>
      </p:sp>
    </p:spTree>
    <p:extLst>
      <p:ext uri="{BB962C8B-B14F-4D97-AF65-F5344CB8AC3E}">
        <p14:creationId xmlns:p14="http://schemas.microsoft.com/office/powerpoint/2010/main" val="692322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31DD1-7BEC-5C80-95A8-D1021C312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Tailwind CSS </a:t>
            </a:r>
            <a:r>
              <a:rPr lang="ko-KR" altLang="en-US"/>
              <a:t>설치 및 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54F5FF-F430-F462-AA59-16AE55ABD7CC}"/>
              </a:ext>
            </a:extLst>
          </p:cNvPr>
          <p:cNvSpPr txBox="1"/>
          <p:nvPr/>
        </p:nvSpPr>
        <p:spPr>
          <a:xfrm>
            <a:off x="3197246" y="3276339"/>
            <a:ext cx="60973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&gt; npm install tailwindcss @tailwindcss/vite</a:t>
            </a:r>
            <a:br>
              <a:rPr lang="en-US" altLang="ko-KR" sz="1200"/>
            </a:br>
            <a:br>
              <a:rPr lang="en-US" altLang="ko-KR" sz="1200"/>
            </a:br>
            <a:r>
              <a:rPr lang="ko-KR" altLang="en-US" sz="1200"/>
              <a:t>설치가 완료되면 </a:t>
            </a:r>
            <a:r>
              <a:rPr lang="en-US" altLang="ko-KR" sz="1200"/>
              <a:t>package.json</a:t>
            </a:r>
            <a:r>
              <a:rPr lang="ko-KR" altLang="en-US" sz="1200"/>
              <a:t>에 </a:t>
            </a:r>
            <a:br>
              <a:rPr lang="en-US" altLang="ko-KR" sz="1200"/>
            </a:br>
            <a:r>
              <a:rPr lang="en-US" altLang="ko-KR" sz="1200"/>
              <a:t>tailwindcss </a:t>
            </a:r>
            <a:r>
              <a:rPr lang="ko-KR" altLang="en-US" sz="1200"/>
              <a:t>의존성이 추가된 것을 확인할 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4A4EDB-B38D-F061-0119-4B3D11F82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895" y="1833386"/>
            <a:ext cx="4091866" cy="1378944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EFF6C25D-1721-1E17-9727-E78EAD8D220E}"/>
              </a:ext>
            </a:extLst>
          </p:cNvPr>
          <p:cNvGrpSpPr/>
          <p:nvPr/>
        </p:nvGrpSpPr>
        <p:grpSpPr>
          <a:xfrm>
            <a:off x="1186642" y="1833386"/>
            <a:ext cx="1819529" cy="5087060"/>
            <a:chOff x="1186642" y="1833386"/>
            <a:chExt cx="1819529" cy="508706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719E6D7-9C89-17C8-AE7D-BA6807727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6642" y="1833386"/>
              <a:ext cx="1819529" cy="5087060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9B65C03-CEB2-8AC1-7F89-17C0B74E765A}"/>
                </a:ext>
              </a:extLst>
            </p:cNvPr>
            <p:cNvSpPr/>
            <p:nvPr/>
          </p:nvSpPr>
          <p:spPr>
            <a:xfrm>
              <a:off x="1288473" y="5501793"/>
              <a:ext cx="947651" cy="25769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11DDD32-A9A6-D114-AC8F-58611E4BEB54}"/>
              </a:ext>
            </a:extLst>
          </p:cNvPr>
          <p:cNvGrpSpPr/>
          <p:nvPr/>
        </p:nvGrpSpPr>
        <p:grpSpPr>
          <a:xfrm>
            <a:off x="7494162" y="1833386"/>
            <a:ext cx="2993047" cy="4858382"/>
            <a:chOff x="7494162" y="1833386"/>
            <a:chExt cx="2993047" cy="485838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0A63C2D-E0A4-D4AC-C1E9-B296B70B8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94162" y="1833386"/>
              <a:ext cx="2993047" cy="4858382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FB0DF86-D1BA-FCBE-AFC9-1AABCBD899B6}"/>
                </a:ext>
              </a:extLst>
            </p:cNvPr>
            <p:cNvSpPr/>
            <p:nvPr/>
          </p:nvSpPr>
          <p:spPr>
            <a:xfrm>
              <a:off x="8163098" y="4376916"/>
              <a:ext cx="1371600" cy="1535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5801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9EFE6-A07A-460E-8FF9-A589A4C5C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Tailwind CSS </a:t>
            </a:r>
            <a:r>
              <a:rPr lang="ko-KR" altLang="en-US"/>
              <a:t>설치 및 설정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F84B62C-78C7-25B3-7C3D-E8CDE529D11B}"/>
              </a:ext>
            </a:extLst>
          </p:cNvPr>
          <p:cNvGrpSpPr/>
          <p:nvPr/>
        </p:nvGrpSpPr>
        <p:grpSpPr>
          <a:xfrm>
            <a:off x="1197724" y="1820486"/>
            <a:ext cx="1871111" cy="4340977"/>
            <a:chOff x="1197724" y="1820486"/>
            <a:chExt cx="1871111" cy="434097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7207867-810B-13F6-2A1B-F3D4FCA3B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7724" y="1820486"/>
              <a:ext cx="1871111" cy="434097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065CADE-2A9A-00BC-D36A-B4171B6F10CC}"/>
                </a:ext>
              </a:extLst>
            </p:cNvPr>
            <p:cNvSpPr/>
            <p:nvPr/>
          </p:nvSpPr>
          <p:spPr>
            <a:xfrm>
              <a:off x="1296785" y="5943600"/>
              <a:ext cx="1113906" cy="21786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4E4030C-9033-4C66-6A6B-4B54B0A404DC}"/>
              </a:ext>
            </a:extLst>
          </p:cNvPr>
          <p:cNvGrpSpPr/>
          <p:nvPr/>
        </p:nvGrpSpPr>
        <p:grpSpPr>
          <a:xfrm>
            <a:off x="3302925" y="1820486"/>
            <a:ext cx="4991797" cy="2210108"/>
            <a:chOff x="3302925" y="1820486"/>
            <a:chExt cx="4991797" cy="221010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5EF9C6F-7E53-AB6E-0E3F-1255D0F68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2925" y="1820486"/>
              <a:ext cx="4991797" cy="2210108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2FB7838-F9B7-5603-62F5-20181FFF8D19}"/>
                </a:ext>
              </a:extLst>
            </p:cNvPr>
            <p:cNvSpPr/>
            <p:nvPr/>
          </p:nvSpPr>
          <p:spPr>
            <a:xfrm>
              <a:off x="5444836" y="3429000"/>
              <a:ext cx="1180408" cy="3117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3BDF243-5482-499B-9BCF-834D9ECD8EEE}"/>
                </a:ext>
              </a:extLst>
            </p:cNvPr>
            <p:cNvSpPr/>
            <p:nvPr/>
          </p:nvSpPr>
          <p:spPr>
            <a:xfrm>
              <a:off x="3926377" y="2351116"/>
              <a:ext cx="3239193" cy="22582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5D5C23-F6F1-DC02-E063-CA7A3DFBB292}"/>
              </a:ext>
            </a:extLst>
          </p:cNvPr>
          <p:cNvSpPr txBox="1"/>
          <p:nvPr/>
        </p:nvSpPr>
        <p:spPr>
          <a:xfrm>
            <a:off x="3302925" y="4131425"/>
            <a:ext cx="8492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vite.config.ts</a:t>
            </a:r>
            <a:r>
              <a:rPr lang="ko-KR" altLang="en-US"/>
              <a:t> 파일에 </a:t>
            </a:r>
            <a:r>
              <a:rPr lang="en-US" altLang="ko-KR"/>
              <a:t>tailwindcss </a:t>
            </a:r>
            <a:r>
              <a:rPr lang="ko-KR" altLang="en-US"/>
              <a:t>를 사용하기 위한 </a:t>
            </a:r>
            <a:r>
              <a:rPr lang="en-US" altLang="ko-KR"/>
              <a:t>import</a:t>
            </a:r>
            <a:r>
              <a:rPr lang="ko-KR" altLang="en-US"/>
              <a:t>를 진행한다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89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B6D277-776E-117F-E63F-B18052E17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index.css</a:t>
            </a:r>
            <a:r>
              <a:rPr lang="ko-KR" altLang="en-US"/>
              <a:t> 설정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E7CA3A-32EB-5DF8-08CF-327A55F66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424" y="1844208"/>
            <a:ext cx="4780104" cy="4877092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B44F31C1-1445-1C95-293A-4B5C5E01B0EC}"/>
              </a:ext>
            </a:extLst>
          </p:cNvPr>
          <p:cNvGrpSpPr/>
          <p:nvPr/>
        </p:nvGrpSpPr>
        <p:grpSpPr>
          <a:xfrm>
            <a:off x="1097280" y="1844208"/>
            <a:ext cx="1790950" cy="5001323"/>
            <a:chOff x="1097280" y="1844208"/>
            <a:chExt cx="1790950" cy="500132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BFD89DA-B0B7-28D0-69A1-691805440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1844208"/>
              <a:ext cx="1790950" cy="5001323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5D4384C-B2F4-A950-E285-DB5396A15CD8}"/>
                </a:ext>
              </a:extLst>
            </p:cNvPr>
            <p:cNvSpPr/>
            <p:nvPr/>
          </p:nvSpPr>
          <p:spPr>
            <a:xfrm>
              <a:off x="1263535" y="4282754"/>
              <a:ext cx="881149" cy="2227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81A53ED-54FC-A898-086D-DE7875093D42}"/>
              </a:ext>
            </a:extLst>
          </p:cNvPr>
          <p:cNvSpPr txBox="1"/>
          <p:nvPr/>
        </p:nvSpPr>
        <p:spPr>
          <a:xfrm>
            <a:off x="7946967" y="1844208"/>
            <a:ext cx="4048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초기 </a:t>
            </a:r>
            <a:r>
              <a:rPr lang="en-US" altLang="ko-KR" sz="1200"/>
              <a:t>index.css</a:t>
            </a:r>
            <a:r>
              <a:rPr lang="ko-KR" altLang="en-US" sz="1200"/>
              <a:t>에 잡다한 </a:t>
            </a:r>
            <a:r>
              <a:rPr lang="en-US" altLang="ko-KR" sz="1200"/>
              <a:t>CSS </a:t>
            </a:r>
            <a:r>
              <a:rPr lang="ko-KR" altLang="en-US" sz="1200"/>
              <a:t>코드들이 존재한다</a:t>
            </a:r>
            <a:r>
              <a:rPr lang="en-US" altLang="ko-KR" sz="1200"/>
              <a:t>. </a:t>
            </a:r>
          </a:p>
          <a:p>
            <a:r>
              <a:rPr lang="ko-KR" altLang="en-US" sz="1200"/>
              <a:t>이를 다 지워주고 </a:t>
            </a:r>
            <a:r>
              <a:rPr lang="en-US" altLang="ko-KR" sz="1200"/>
              <a:t>TailWindCss</a:t>
            </a:r>
            <a:r>
              <a:rPr lang="ko-KR" altLang="en-US" sz="1200"/>
              <a:t>에서 권장하는 </a:t>
            </a:r>
            <a:r>
              <a:rPr lang="en-US" altLang="ko-KR" sz="1200"/>
              <a:t>import</a:t>
            </a:r>
            <a:r>
              <a:rPr lang="ko-KR" altLang="en-US" sz="1200"/>
              <a:t>로 코드를 변경해준다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6FD4286-1437-5C64-6D18-40756E334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636" y="2490539"/>
            <a:ext cx="5756364" cy="85024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B73503B-69FE-5EDE-FE5C-5B168F41A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5506" y="3695760"/>
            <a:ext cx="2429214" cy="809738"/>
          </a:xfrm>
          <a:prstGeom prst="rect">
            <a:avLst/>
          </a:prstGeom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A8498723-4EFF-2C82-07AD-271990AF2390}"/>
              </a:ext>
            </a:extLst>
          </p:cNvPr>
          <p:cNvSpPr/>
          <p:nvPr/>
        </p:nvSpPr>
        <p:spPr>
          <a:xfrm>
            <a:off x="8038407" y="3965171"/>
            <a:ext cx="490451" cy="3175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50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BA3A5-E9EF-7428-6746-C53D6FF95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Docker</a:t>
            </a:r>
            <a:r>
              <a:rPr lang="ko-KR" altLang="en-US"/>
              <a:t> </a:t>
            </a:r>
            <a:r>
              <a:rPr lang="en-US" altLang="ko-KR"/>
              <a:t>MariaDB:latest </a:t>
            </a:r>
            <a:r>
              <a:rPr lang="ko-KR" altLang="en-US"/>
              <a:t>추가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D01A4-3B35-FED6-CE79-84E1E4D2F8E8}"/>
              </a:ext>
            </a:extLst>
          </p:cNvPr>
          <p:cNvSpPr txBox="1"/>
          <p:nvPr/>
        </p:nvSpPr>
        <p:spPr>
          <a:xfrm>
            <a:off x="1213659" y="1737360"/>
            <a:ext cx="9942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docker run -d -p3323:3306 --name redis-1-mysqldb  -e MYSQL_ROOT_PASSWORD=password  -e MYSQL_DATABASE=malldb -e MYSQL_USER=malluserdb -e MYSQL_PASSWORD=malluserdb mysql:latest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A6FD666-16AB-7421-890A-7E8B072ACA4D}"/>
              </a:ext>
            </a:extLst>
          </p:cNvPr>
          <p:cNvGrpSpPr/>
          <p:nvPr/>
        </p:nvGrpSpPr>
        <p:grpSpPr>
          <a:xfrm>
            <a:off x="266009" y="2347065"/>
            <a:ext cx="7162432" cy="4332398"/>
            <a:chOff x="1213659" y="2238999"/>
            <a:chExt cx="7162432" cy="433239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1B157B4-7E18-CE1F-F277-C00941DFC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3659" y="2238999"/>
              <a:ext cx="7162432" cy="433239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4168FD4-5D09-3BED-6A82-B332CE865778}"/>
                </a:ext>
              </a:extLst>
            </p:cNvPr>
            <p:cNvSpPr/>
            <p:nvPr/>
          </p:nvSpPr>
          <p:spPr>
            <a:xfrm>
              <a:off x="2801389" y="5261956"/>
              <a:ext cx="5461462" cy="29094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461277AB-04F9-B9BD-0D37-D7B37C37A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502" y="2190252"/>
            <a:ext cx="5007042" cy="29303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4467F14-44D2-F20E-25FB-560D90BB6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163" y="5240987"/>
            <a:ext cx="1600423" cy="14384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17787301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</TotalTime>
  <Words>161</Words>
  <Application>Microsoft Office PowerPoint</Application>
  <PresentationFormat>와이드스크린</PresentationFormat>
  <Paragraphs>16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추억</vt:lpstr>
      <vt:lpstr>Tailwind CSS 설정하기</vt:lpstr>
      <vt:lpstr>Tailwind CSS란?</vt:lpstr>
      <vt:lpstr>Tailwind CSS 설치 및 설정</vt:lpstr>
      <vt:lpstr>Tailwind CSS 설치 및 설정</vt:lpstr>
      <vt:lpstr>index.css 설정</vt:lpstr>
      <vt:lpstr>Docker MariaDB:latest 추가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9</cp:revision>
  <dcterms:created xsi:type="dcterms:W3CDTF">2026-09-16T04:07:14Z</dcterms:created>
  <dcterms:modified xsi:type="dcterms:W3CDTF">2026-09-16T12:47:40Z</dcterms:modified>
</cp:coreProperties>
</file>