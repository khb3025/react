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8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18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A841D-02EB-4C1B-A60B-1D0E65987106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B8FD64-D600-417F-9B44-F20D1CFD067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1251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A841D-02EB-4C1B-A60B-1D0E65987106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B8FD64-D600-417F-9B44-F20D1CFD0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8460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A841D-02EB-4C1B-A60B-1D0E65987106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B8FD64-D600-417F-9B44-F20D1CFD067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676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A841D-02EB-4C1B-A60B-1D0E65987106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B8FD64-D600-417F-9B44-F20D1CFD0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9026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A841D-02EB-4C1B-A60B-1D0E65987106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B8FD64-D600-417F-9B44-F20D1CFD0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7652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A841D-02EB-4C1B-A60B-1D0E65987106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B8FD64-D600-417F-9B44-F20D1CFD0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8852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A841D-02EB-4C1B-A60B-1D0E65987106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B8FD64-D600-417F-9B44-F20D1CFD0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79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9F8A841D-02EB-4C1B-A60B-1D0E65987106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3B8FD64-D600-417F-9B44-F20D1CFD0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26928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A841D-02EB-4C1B-A60B-1D0E65987106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B8FD64-D600-417F-9B44-F20D1CFD0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86369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A841D-02EB-4C1B-A60B-1D0E65987106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B8FD64-D600-417F-9B44-F20D1CFD0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08047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A841D-02EB-4C1B-A60B-1D0E65987106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B8FD64-D600-417F-9B44-F20D1CFD0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8490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F8A841D-02EB-4C1B-A60B-1D0E65987106}" type="datetimeFigureOut">
              <a:rPr lang="ko-KR" altLang="en-US" smtClean="0"/>
              <a:t>2026-09-16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D3B8FD64-D600-417F-9B44-F20D1CFD0674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2753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91E614-9CC3-1E3F-2124-E21B838277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부트 프로젝트 생성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E09BE63-E45C-4B86-0F8B-FF084B5E4B3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9345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DA664C-53C8-3286-7A6C-101F677E3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JDK </a:t>
            </a:r>
            <a:r>
              <a:rPr lang="ko-KR" altLang="en-US"/>
              <a:t>설치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FCC6900-C8DD-F495-E57A-2F353E341F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361" y="1852611"/>
            <a:ext cx="6992326" cy="12574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B6BA3E-3FF2-B7A6-AD14-6855CDE5B684}"/>
              </a:ext>
            </a:extLst>
          </p:cNvPr>
          <p:cNvSpPr txBox="1"/>
          <p:nvPr/>
        </p:nvSpPr>
        <p:spPr>
          <a:xfrm>
            <a:off x="1178361" y="3208713"/>
            <a:ext cx="69923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JDK 17</a:t>
            </a:r>
            <a:r>
              <a:rPr lang="ko-KR" altLang="en-US"/>
              <a:t>버전 이상으로 설치되도록 한다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9650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CB2099-58C4-B005-7674-3BBFFC6B5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VSCode</a:t>
            </a:r>
            <a:r>
              <a:rPr lang="ko-KR" altLang="en-US"/>
              <a:t> </a:t>
            </a:r>
            <a:r>
              <a:rPr lang="en-US" altLang="ko-KR"/>
              <a:t>Extention</a:t>
            </a:r>
            <a:r>
              <a:rPr lang="ko-KR" altLang="en-US"/>
              <a:t> 추가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67333CC-3C8E-DD01-EFA7-DC68AE2D4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84" y="1852091"/>
            <a:ext cx="11183911" cy="25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32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9AF01E-8DDD-3775-3301-28425E789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600"/>
              <a:t>VSCode</a:t>
            </a:r>
            <a:r>
              <a:rPr lang="ko-KR" altLang="en-US" sz="3600"/>
              <a:t>에서 </a:t>
            </a:r>
            <a:r>
              <a:rPr lang="en-US" altLang="ko-KR" sz="3600"/>
              <a:t>Spring Boot </a:t>
            </a:r>
            <a:r>
              <a:rPr lang="ko-KR" altLang="en-US" sz="3600"/>
              <a:t>프로젝트 생성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CF9F8AF-B4C0-49F3-70E7-AB58D3F1BB59}"/>
              </a:ext>
            </a:extLst>
          </p:cNvPr>
          <p:cNvGrpSpPr/>
          <p:nvPr/>
        </p:nvGrpSpPr>
        <p:grpSpPr>
          <a:xfrm>
            <a:off x="1190925" y="1840658"/>
            <a:ext cx="5620534" cy="1314633"/>
            <a:chOff x="1190925" y="1840658"/>
            <a:chExt cx="5620534" cy="1314633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DF7990E-9DA6-6F54-B4F9-08190FF10A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0925" y="1840658"/>
              <a:ext cx="5620534" cy="1314633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6C270C0B-DFB2-76A8-B638-0B51F34DB524}"/>
                </a:ext>
              </a:extLst>
            </p:cNvPr>
            <p:cNvSpPr/>
            <p:nvPr/>
          </p:nvSpPr>
          <p:spPr>
            <a:xfrm>
              <a:off x="1190925" y="2701636"/>
              <a:ext cx="2499926" cy="24938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9859296-3E8F-83ED-6928-71765045D53A}"/>
              </a:ext>
            </a:extLst>
          </p:cNvPr>
          <p:cNvGrpSpPr/>
          <p:nvPr/>
        </p:nvGrpSpPr>
        <p:grpSpPr>
          <a:xfrm>
            <a:off x="1190925" y="3342108"/>
            <a:ext cx="5649113" cy="1895740"/>
            <a:chOff x="1190925" y="3342108"/>
            <a:chExt cx="5649113" cy="1895740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CB1260A5-D61A-B09A-1058-696FC2EE09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90925" y="3342108"/>
              <a:ext cx="5649113" cy="1895740"/>
            </a:xfrm>
            <a:prstGeom prst="rect">
              <a:avLst/>
            </a:prstGeom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ABCEFD08-F85E-3A91-BE69-4901C115A01B}"/>
                </a:ext>
              </a:extLst>
            </p:cNvPr>
            <p:cNvSpPr/>
            <p:nvPr/>
          </p:nvSpPr>
          <p:spPr>
            <a:xfrm>
              <a:off x="1190925" y="4663440"/>
              <a:ext cx="1377708" cy="22444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EAB269C0-9BB8-E8FE-15EC-AD669881BF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4668" y="1840658"/>
            <a:ext cx="4588881" cy="115302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77821D8-3304-756A-4EE0-F96A1DA214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667" y="3297841"/>
            <a:ext cx="4588882" cy="65665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D03303CD-CD43-809B-534C-5BD3FA88D4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1999" y="4116769"/>
            <a:ext cx="5715798" cy="685896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9751662-30BE-9787-2B51-1011B97183F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5341" y="4964935"/>
            <a:ext cx="5649113" cy="1095528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3620A3AC-C086-03BC-306B-FAC10BB1ADB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6296" y="5056711"/>
            <a:ext cx="5591955" cy="1514686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275C581-6746-583A-BE77-CFBCEC2265C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04785" y="2895525"/>
            <a:ext cx="5582429" cy="1066949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A39C5D7E-F721-51E8-6B9A-DA18F03186C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80968" y="4149291"/>
            <a:ext cx="5630061" cy="1181265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D866B7A6-0556-EE18-CC3B-78179C70148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87373" y="1815370"/>
            <a:ext cx="5544324" cy="102884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0BAFA16E-083D-E241-5720-C111A6ADCCA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43739" y="5814054"/>
            <a:ext cx="5611008" cy="971686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738B4186-6884-D7AC-C6A7-8BAE0EA90A3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94133" y="5550533"/>
            <a:ext cx="5620534" cy="1019317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EAFEFDB2-77CF-37DD-88A2-3456706F26B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04785" y="4225995"/>
            <a:ext cx="5715798" cy="1124107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C5325C35-0695-B452-D575-B68C22134D6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718262" y="1394844"/>
            <a:ext cx="8945877" cy="5387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597800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</TotalTime>
  <Words>21</Words>
  <Application>Microsoft Office PowerPoint</Application>
  <PresentationFormat>와이드스크린</PresentationFormat>
  <Paragraphs>5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Calibri</vt:lpstr>
      <vt:lpstr>Calibri Light</vt:lpstr>
      <vt:lpstr>추억</vt:lpstr>
      <vt:lpstr>부트 프로젝트 생성</vt:lpstr>
      <vt:lpstr>JDK 설치</vt:lpstr>
      <vt:lpstr>VSCode Extention 추가</vt:lpstr>
      <vt:lpstr>VSCode에서 Spring Boot 프로젝트 생성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3</cp:revision>
  <dcterms:created xsi:type="dcterms:W3CDTF">2026-09-16T04:42:10Z</dcterms:created>
  <dcterms:modified xsi:type="dcterms:W3CDTF">2026-09-16T04:54:36Z</dcterms:modified>
</cp:coreProperties>
</file>