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2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A841D-02EB-4C1B-A60B-1D0E65987106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8FD64-D600-417F-9B44-F20D1CFD067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125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A841D-02EB-4C1B-A60B-1D0E65987106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8FD64-D600-417F-9B44-F20D1CFD06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460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A841D-02EB-4C1B-A60B-1D0E65987106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8FD64-D600-417F-9B44-F20D1CFD067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761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A841D-02EB-4C1B-A60B-1D0E65987106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8FD64-D600-417F-9B44-F20D1CFD06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026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A841D-02EB-4C1B-A60B-1D0E65987106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8FD64-D600-417F-9B44-F20D1CFD06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765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A841D-02EB-4C1B-A60B-1D0E65987106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8FD64-D600-417F-9B44-F20D1CFD06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852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A841D-02EB-4C1B-A60B-1D0E65987106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8FD64-D600-417F-9B44-F20D1CFD06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79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F8A841D-02EB-4C1B-A60B-1D0E65987106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B8FD64-D600-417F-9B44-F20D1CFD06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692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A841D-02EB-4C1B-A60B-1D0E65987106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8FD64-D600-417F-9B44-F20D1CFD06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63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A841D-02EB-4C1B-A60B-1D0E65987106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8FD64-D600-417F-9B44-F20D1CFD06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80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A841D-02EB-4C1B-A60B-1D0E65987106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8FD64-D600-417F-9B44-F20D1CFD06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8490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F8A841D-02EB-4C1B-A60B-1D0E65987106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3B8FD64-D600-417F-9B44-F20D1CFD067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753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91E614-9CC3-1E3F-2124-E21B838277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부트 프로젝트 생성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E09BE63-E45C-4B86-0F8B-FF084B5E4B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934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DA664C-53C8-3286-7A6C-101F677E3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JDK </a:t>
            </a:r>
            <a:r>
              <a:rPr lang="ko-KR" altLang="en-US"/>
              <a:t>설치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CC6900-C8DD-F495-E57A-2F353E341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361" y="1852611"/>
            <a:ext cx="6992326" cy="12574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B6BA3E-3FF2-B7A6-AD14-6855CDE5B684}"/>
              </a:ext>
            </a:extLst>
          </p:cNvPr>
          <p:cNvSpPr txBox="1"/>
          <p:nvPr/>
        </p:nvSpPr>
        <p:spPr>
          <a:xfrm>
            <a:off x="1178361" y="3208713"/>
            <a:ext cx="6992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JDK 17</a:t>
            </a:r>
            <a:r>
              <a:rPr lang="ko-KR" altLang="en-US"/>
              <a:t>버전 이상으로 설치되도록 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650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CB2099-58C4-B005-7674-3BBFFC6B5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VSCode</a:t>
            </a:r>
            <a:r>
              <a:rPr lang="ko-KR" altLang="en-US"/>
              <a:t> </a:t>
            </a:r>
            <a:r>
              <a:rPr lang="en-US" altLang="ko-KR"/>
              <a:t>Extention</a:t>
            </a:r>
            <a:r>
              <a:rPr lang="ko-KR" altLang="en-US"/>
              <a:t> 추가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67333CC-3C8E-DD01-EFA7-DC68AE2D4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84" y="1852091"/>
            <a:ext cx="11183911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63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AF01E-8DDD-3775-3301-28425E789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VSCode</a:t>
            </a:r>
            <a:r>
              <a:rPr lang="ko-KR" altLang="en-US" sz="3600"/>
              <a:t>에서 </a:t>
            </a:r>
            <a:r>
              <a:rPr lang="en-US" altLang="ko-KR" sz="3600"/>
              <a:t>Spring Boot </a:t>
            </a:r>
            <a:r>
              <a:rPr lang="ko-KR" altLang="en-US" sz="3600"/>
              <a:t>프로젝트 생성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CF9F8AF-B4C0-49F3-70E7-AB58D3F1BB59}"/>
              </a:ext>
            </a:extLst>
          </p:cNvPr>
          <p:cNvGrpSpPr/>
          <p:nvPr/>
        </p:nvGrpSpPr>
        <p:grpSpPr>
          <a:xfrm>
            <a:off x="567471" y="1761907"/>
            <a:ext cx="5620534" cy="1314633"/>
            <a:chOff x="1190925" y="1840658"/>
            <a:chExt cx="5620534" cy="131463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DF7990E-9DA6-6F54-B4F9-08190FF10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0925" y="1840658"/>
              <a:ext cx="5620534" cy="1314633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C270C0B-DFB2-76A8-B638-0B51F34DB524}"/>
                </a:ext>
              </a:extLst>
            </p:cNvPr>
            <p:cNvSpPr/>
            <p:nvPr/>
          </p:nvSpPr>
          <p:spPr>
            <a:xfrm>
              <a:off x="1190925" y="2701636"/>
              <a:ext cx="2499926" cy="24938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9859296-3E8F-83ED-6928-71765045D53A}"/>
              </a:ext>
            </a:extLst>
          </p:cNvPr>
          <p:cNvGrpSpPr/>
          <p:nvPr/>
        </p:nvGrpSpPr>
        <p:grpSpPr>
          <a:xfrm>
            <a:off x="567471" y="3238810"/>
            <a:ext cx="5649113" cy="1895740"/>
            <a:chOff x="1190925" y="3342108"/>
            <a:chExt cx="5649113" cy="189574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B1260A5-D61A-B09A-1058-696FC2EE0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90925" y="3342108"/>
              <a:ext cx="5649113" cy="1895740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BCEFD08-F85E-3A91-BE69-4901C115A01B}"/>
                </a:ext>
              </a:extLst>
            </p:cNvPr>
            <p:cNvSpPr/>
            <p:nvPr/>
          </p:nvSpPr>
          <p:spPr>
            <a:xfrm>
              <a:off x="1190925" y="4663440"/>
              <a:ext cx="1377708" cy="22444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EAB269C0-9BB8-E8FE-15EC-AD669881B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214" y="1737360"/>
            <a:ext cx="4939783" cy="115302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77821D8-3304-756A-4EE0-F96A1DA214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1211" y="3101421"/>
            <a:ext cx="4939786" cy="69483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03303CD-CD43-809B-534C-5BD3FA88D4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1213" y="4013471"/>
            <a:ext cx="4939786" cy="59277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9751662-30BE-9787-2B51-1011B97183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1212" y="4861637"/>
            <a:ext cx="4939787" cy="95796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20A3AC-C086-03BC-306B-FAC10BB1AD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471" y="5224612"/>
            <a:ext cx="5649113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597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AD3D0F-101E-11C3-8FEE-BD05D3A6E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VSCode</a:t>
            </a:r>
            <a:r>
              <a:rPr lang="ko-KR" altLang="en-US" sz="3600"/>
              <a:t>에서 </a:t>
            </a:r>
            <a:r>
              <a:rPr lang="en-US" altLang="ko-KR" sz="3600"/>
              <a:t>Spring Boot </a:t>
            </a:r>
            <a:r>
              <a:rPr lang="ko-KR" altLang="en-US" sz="3600"/>
              <a:t>프로젝트 생성</a:t>
            </a:r>
            <a:r>
              <a:rPr lang="en-US" altLang="ko-KR" sz="3600"/>
              <a:t>(</a:t>
            </a:r>
            <a:r>
              <a:rPr lang="ko-KR" altLang="en-US" sz="3600"/>
              <a:t>의존성</a:t>
            </a:r>
            <a:r>
              <a:rPr lang="en-US" altLang="ko-KR" sz="3600"/>
              <a:t>)</a:t>
            </a:r>
            <a:endParaRPr lang="ko-KR" altLang="en-US" sz="360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F275C581-6746-583A-BE77-CFBCEC226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17236"/>
            <a:ext cx="5582429" cy="106694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A39C5D7E-F721-51E8-6B9A-DA18F0318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246" y="1795376"/>
            <a:ext cx="5630061" cy="118126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D866B7A6-0556-EE18-CC3B-78179C701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246" y="5234096"/>
            <a:ext cx="5630060" cy="1028844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0BAFA16E-083D-E241-5720-C111A6ADCC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246" y="4148955"/>
            <a:ext cx="5630060" cy="971686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738B4186-6884-D7AC-C6A7-8BAE0EA90A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773" y="3042465"/>
            <a:ext cx="5620534" cy="1019317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EAFEFDB2-77CF-37DD-88A2-3456706F26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024848"/>
            <a:ext cx="5715798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564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CD969C-1390-EA5C-EC59-066A1278A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VSCode</a:t>
            </a:r>
            <a:r>
              <a:rPr lang="ko-KR" altLang="en-US"/>
              <a:t>에 프로젝트 불러오기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D85CEA-2A32-E272-1075-27292978E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117" y="1908948"/>
            <a:ext cx="7125694" cy="17433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13602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EFBC47-BF3A-C66B-5910-0279C02B2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프로젝트 실행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D21AE04-13EB-2AE2-5CDE-D013EB0355AF}"/>
              </a:ext>
            </a:extLst>
          </p:cNvPr>
          <p:cNvGrpSpPr/>
          <p:nvPr/>
        </p:nvGrpSpPr>
        <p:grpSpPr>
          <a:xfrm>
            <a:off x="1097280" y="1886989"/>
            <a:ext cx="3153215" cy="2143424"/>
            <a:chOff x="1097280" y="1886989"/>
            <a:chExt cx="3153215" cy="214342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D57EB94-BBC4-F4BD-A614-22D266EFB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86989"/>
              <a:ext cx="3153215" cy="2143424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AEEB940-C732-D169-4D24-E455CAF5280A}"/>
                </a:ext>
              </a:extLst>
            </p:cNvPr>
            <p:cNvSpPr/>
            <p:nvPr/>
          </p:nvSpPr>
          <p:spPr>
            <a:xfrm>
              <a:off x="1097280" y="3491345"/>
              <a:ext cx="423949" cy="43226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F60F6A91-2B7B-076C-5D6E-5C981930B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745" y="1886989"/>
            <a:ext cx="7486743" cy="329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755053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39</TotalTime>
  <Words>36</Words>
  <Application>Microsoft Office PowerPoint</Application>
  <PresentationFormat>와이드스크린</PresentationFormat>
  <Paragraphs>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Calibri</vt:lpstr>
      <vt:lpstr>Calibri Light</vt:lpstr>
      <vt:lpstr>추억</vt:lpstr>
      <vt:lpstr>부트 프로젝트 생성</vt:lpstr>
      <vt:lpstr>JDK 설치</vt:lpstr>
      <vt:lpstr>VSCode Extention 추가</vt:lpstr>
      <vt:lpstr>VSCode에서 Spring Boot 프로젝트 생성</vt:lpstr>
      <vt:lpstr>VSCode에서 Spring Boot 프로젝트 생성(의존성)</vt:lpstr>
      <vt:lpstr>VSCode에 프로젝트 불러오기</vt:lpstr>
      <vt:lpstr>프로젝트 실행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6</cp:revision>
  <dcterms:created xsi:type="dcterms:W3CDTF">2026-09-16T04:42:10Z</dcterms:created>
  <dcterms:modified xsi:type="dcterms:W3CDTF">2026-09-16T12:49:43Z</dcterms:modified>
</cp:coreProperties>
</file>