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120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6527-71D4-4278-934B-8CC74FA54411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2D5C-D243-47E2-887B-1F51D201CD8B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4908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6527-71D4-4278-934B-8CC74FA54411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2D5C-D243-47E2-887B-1F51D201C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311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6527-71D4-4278-934B-8CC74FA54411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2D5C-D243-47E2-887B-1F51D201CD8B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203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6527-71D4-4278-934B-8CC74FA54411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2D5C-D243-47E2-887B-1F51D201C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17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6527-71D4-4278-934B-8CC74FA54411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2D5C-D243-47E2-887B-1F51D201C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755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6527-71D4-4278-934B-8CC74FA54411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2D5C-D243-47E2-887B-1F51D201C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077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6527-71D4-4278-934B-8CC74FA54411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2D5C-D243-47E2-887B-1F51D201C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4190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C66527-71D4-4278-934B-8CC74FA54411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C7C2D5C-D243-47E2-887B-1F51D201C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643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6527-71D4-4278-934B-8CC74FA54411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2D5C-D243-47E2-887B-1F51D201C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630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6527-71D4-4278-934B-8CC74FA54411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2D5C-D243-47E2-887B-1F51D201C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62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6527-71D4-4278-934B-8CC74FA54411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2D5C-D243-47E2-887B-1F51D201CD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194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FC66527-71D4-4278-934B-8CC74FA54411}" type="datetimeFigureOut">
              <a:rPr lang="ko-KR" altLang="en-US" smtClean="0"/>
              <a:t>2026-09-17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C7C2D5C-D243-47E2-887B-1F51D201CD8B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566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17B5D3-CB3A-C12C-3735-16D2E91C7B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공통레이아웃설정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CFF21BF-7D01-F40D-77B4-0A42BBD596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834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1D6970-574B-F3F0-9E9C-3311E9BDA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공통 레이아웃 작성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E6E133F-627A-DFB6-E22E-AA765EF894D3}"/>
              </a:ext>
            </a:extLst>
          </p:cNvPr>
          <p:cNvGrpSpPr/>
          <p:nvPr/>
        </p:nvGrpSpPr>
        <p:grpSpPr>
          <a:xfrm>
            <a:off x="1097280" y="2004813"/>
            <a:ext cx="10265740" cy="4191585"/>
            <a:chOff x="1097280" y="2004813"/>
            <a:chExt cx="10265740" cy="4191585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2BAD4CA6-7DD3-F89C-1A75-D4BBBD493A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22798" y="2004813"/>
              <a:ext cx="8040222" cy="4191585"/>
            </a:xfrm>
            <a:prstGeom prst="rect">
              <a:avLst/>
            </a:prstGeom>
          </p:spPr>
        </p:pic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CF42753C-7B35-1C9E-0970-1A90BF082B2D}"/>
                </a:ext>
              </a:extLst>
            </p:cNvPr>
            <p:cNvGrpSpPr/>
            <p:nvPr/>
          </p:nvGrpSpPr>
          <p:grpSpPr>
            <a:xfrm>
              <a:off x="1097280" y="2004813"/>
              <a:ext cx="3828011" cy="2848373"/>
              <a:chOff x="1097280" y="2004813"/>
              <a:chExt cx="3828011" cy="2848373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FD876D1B-B648-6F8F-ED96-092A3CCA3BBA}"/>
                  </a:ext>
                </a:extLst>
              </p:cNvPr>
              <p:cNvGrpSpPr/>
              <p:nvPr/>
            </p:nvGrpSpPr>
            <p:grpSpPr>
              <a:xfrm>
                <a:off x="1097280" y="2004813"/>
                <a:ext cx="2048161" cy="2848373"/>
                <a:chOff x="1097280" y="2004813"/>
                <a:chExt cx="2048161" cy="2848373"/>
              </a:xfrm>
            </p:grpSpPr>
            <p:pic>
              <p:nvPicPr>
                <p:cNvPr id="4" name="그림 3">
                  <a:extLst>
                    <a:ext uri="{FF2B5EF4-FFF2-40B4-BE49-F238E27FC236}">
                      <a16:creationId xmlns:a16="http://schemas.microsoft.com/office/drawing/2014/main" id="{5AD78368-746C-165D-F698-5509DF53E9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97280" y="2004813"/>
                  <a:ext cx="2048161" cy="2848373"/>
                </a:xfrm>
                <a:prstGeom prst="rect">
                  <a:avLst/>
                </a:prstGeom>
              </p:spPr>
            </p:pic>
            <p:sp>
              <p:nvSpPr>
                <p:cNvPr id="5" name="직사각형 4">
                  <a:extLst>
                    <a:ext uri="{FF2B5EF4-FFF2-40B4-BE49-F238E27FC236}">
                      <a16:creationId xmlns:a16="http://schemas.microsoft.com/office/drawing/2014/main" id="{B64E9299-65FF-1ACE-B9EB-5A134BFBCBAB}"/>
                    </a:ext>
                  </a:extLst>
                </p:cNvPr>
                <p:cNvSpPr/>
                <p:nvPr/>
              </p:nvSpPr>
              <p:spPr>
                <a:xfrm>
                  <a:off x="1278082" y="3823855"/>
                  <a:ext cx="1184563" cy="384463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E687788B-63B1-8CB8-0914-6DEB285C3FEA}"/>
                  </a:ext>
                </a:extLst>
              </p:cNvPr>
              <p:cNvSpPr/>
              <p:nvPr/>
            </p:nvSpPr>
            <p:spPr>
              <a:xfrm>
                <a:off x="4173682" y="3948546"/>
                <a:ext cx="751609" cy="15586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A5D37E2-0DA9-82E1-022E-117B2F291FE8}"/>
              </a:ext>
            </a:extLst>
          </p:cNvPr>
          <p:cNvSpPr/>
          <p:nvPr/>
        </p:nvSpPr>
        <p:spPr>
          <a:xfrm>
            <a:off x="5912427" y="4769427"/>
            <a:ext cx="5330537" cy="12676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</a:rPr>
              <a:t>&lt;Outlet/&gt;  </a:t>
            </a:r>
            <a:r>
              <a:rPr lang="ko-KR" altLang="en-US" sz="1400">
                <a:solidFill>
                  <a:schemeClr val="tx1"/>
                </a:solidFill>
              </a:rPr>
              <a:t>태그가 설정된 위치가 리엑트 컴포넌트</a:t>
            </a:r>
            <a:br>
              <a:rPr lang="en-US" altLang="ko-KR" sz="1400">
                <a:solidFill>
                  <a:schemeClr val="tx1"/>
                </a:solidFill>
              </a:rPr>
            </a:br>
            <a:r>
              <a:rPr lang="en-US" altLang="ko-KR" sz="1400">
                <a:solidFill>
                  <a:schemeClr val="tx1"/>
                </a:solidFill>
              </a:rPr>
              <a:t>(Child Component)</a:t>
            </a:r>
            <a:r>
              <a:rPr lang="ko-KR" altLang="en-US" sz="1400">
                <a:solidFill>
                  <a:schemeClr val="tx1"/>
                </a:solidFill>
              </a:rPr>
              <a:t>가 </a:t>
            </a:r>
            <a:r>
              <a:rPr lang="en-US" altLang="ko-KR" sz="1400">
                <a:solidFill>
                  <a:schemeClr val="tx1"/>
                </a:solidFill>
              </a:rPr>
              <a:t>Rendering </a:t>
            </a:r>
            <a:r>
              <a:rPr lang="ko-KR" altLang="en-US" sz="1400">
                <a:solidFill>
                  <a:schemeClr val="tx1"/>
                </a:solidFill>
              </a:rPr>
              <a:t>되는 위치이다</a:t>
            </a:r>
            <a:r>
              <a:rPr lang="en-US" altLang="ko-KR" sz="1400">
                <a:solidFill>
                  <a:schemeClr val="tx1"/>
                </a:solidFill>
              </a:rPr>
              <a:t>.</a:t>
            </a:r>
            <a:br>
              <a:rPr lang="en-US" altLang="ko-KR" sz="1400">
                <a:solidFill>
                  <a:schemeClr val="tx1"/>
                </a:solidFill>
              </a:rPr>
            </a:br>
            <a:r>
              <a:rPr lang="ko-KR" altLang="en-US" sz="1400">
                <a:solidFill>
                  <a:schemeClr val="tx1"/>
                </a:solidFill>
              </a:rPr>
              <a:t>나머지 모든 태그는 </a:t>
            </a:r>
            <a:r>
              <a:rPr lang="en-US" altLang="ko-KR" sz="1400">
                <a:solidFill>
                  <a:schemeClr val="tx1"/>
                </a:solidFill>
              </a:rPr>
              <a:t>Children Component</a:t>
            </a:r>
            <a:r>
              <a:rPr lang="ko-KR" altLang="en-US" sz="1400">
                <a:solidFill>
                  <a:schemeClr val="tx1"/>
                </a:solidFill>
              </a:rPr>
              <a:t>에 상속된다</a:t>
            </a:r>
            <a:r>
              <a:rPr lang="en-US" altLang="ko-KR" sz="1400">
                <a:solidFill>
                  <a:schemeClr val="tx1"/>
                </a:solidFill>
              </a:rPr>
              <a:t>.</a:t>
            </a:r>
            <a:endParaRPr lang="ko-KR" alt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0857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9D401D-80C4-543C-6833-5DF531680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Router</a:t>
            </a:r>
            <a:r>
              <a:rPr lang="ko-KR" altLang="en-US" sz="3600"/>
              <a:t>에 공통레이아웃 및 </a:t>
            </a:r>
            <a:r>
              <a:rPr lang="en-US" altLang="ko-KR" sz="3600"/>
              <a:t>Children Page</a:t>
            </a:r>
            <a:r>
              <a:rPr lang="ko-KR" altLang="en-US" sz="3600"/>
              <a:t>설정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DDF6024-9D37-C268-9A78-6834EDCFA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293" y="1993903"/>
            <a:ext cx="5732335" cy="4707796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BA65D53E-F0EE-B3FA-5940-4BC8F6F24A73}"/>
              </a:ext>
            </a:extLst>
          </p:cNvPr>
          <p:cNvGrpSpPr/>
          <p:nvPr/>
        </p:nvGrpSpPr>
        <p:grpSpPr>
          <a:xfrm>
            <a:off x="1097280" y="1986026"/>
            <a:ext cx="1676634" cy="3261383"/>
            <a:chOff x="1097280" y="1986026"/>
            <a:chExt cx="1676634" cy="3261383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AE89882-ADF3-EAB4-473F-F51815B61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7280" y="1986026"/>
              <a:ext cx="1676634" cy="3248478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45CB1A5-2218-2DF2-2F12-79EA6E94E735}"/>
                </a:ext>
              </a:extLst>
            </p:cNvPr>
            <p:cNvSpPr/>
            <p:nvPr/>
          </p:nvSpPr>
          <p:spPr>
            <a:xfrm>
              <a:off x="1381991" y="4998027"/>
              <a:ext cx="716973" cy="24938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47D7ED1-1E95-86CC-A5B9-3EBFCB4486F0}"/>
              </a:ext>
            </a:extLst>
          </p:cNvPr>
          <p:cNvSpPr txBox="1"/>
          <p:nvPr/>
        </p:nvSpPr>
        <p:spPr>
          <a:xfrm>
            <a:off x="8790709" y="1986026"/>
            <a:ext cx="32315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1. Compoent</a:t>
            </a:r>
            <a:r>
              <a:rPr lang="ko-KR" altLang="en-US" sz="1400"/>
              <a:t>는 공통레이아웃을 설정하기 위한 옵션</a:t>
            </a:r>
            <a:endParaRPr lang="en-US" altLang="ko-KR" sz="1400"/>
          </a:p>
          <a:p>
            <a:r>
              <a:rPr lang="en-US" altLang="ko-KR" sz="1400"/>
              <a:t>2. children</a:t>
            </a:r>
            <a:r>
              <a:rPr lang="ko-KR" altLang="en-US" sz="1400"/>
              <a:t>의 </a:t>
            </a:r>
            <a:r>
              <a:rPr lang="en-US" altLang="ko-KR" sz="1400"/>
              <a:t>index</a:t>
            </a:r>
            <a:r>
              <a:rPr lang="ko-KR" altLang="en-US" sz="1400"/>
              <a:t>옵션은 </a:t>
            </a:r>
            <a:br>
              <a:rPr lang="en-US" altLang="ko-KR" sz="1400"/>
            </a:br>
            <a:r>
              <a:rPr lang="en-US" altLang="ko-KR" sz="1400"/>
              <a:t>    </a:t>
            </a:r>
            <a:r>
              <a:rPr lang="ko-KR" altLang="en-US" sz="1400"/>
              <a:t>웰컴 페이지 설정</a:t>
            </a:r>
            <a:br>
              <a:rPr lang="en-US" altLang="ko-KR" sz="1400"/>
            </a:br>
            <a:r>
              <a:rPr lang="en-US" altLang="ko-KR" sz="1400"/>
              <a:t>3. </a:t>
            </a:r>
            <a:r>
              <a:rPr lang="ko-KR" altLang="en-US" sz="1400"/>
              <a:t>웰컴 페이지를 제외한 페이지 </a:t>
            </a:r>
            <a:r>
              <a:rPr lang="en-US" altLang="ko-KR" sz="1400"/>
              <a:t>.tsx </a:t>
            </a:r>
            <a:br>
              <a:rPr lang="en-US" altLang="ko-KR" sz="1400"/>
            </a:br>
            <a:r>
              <a:rPr lang="en-US" altLang="ko-KR" sz="1400"/>
              <a:t>    </a:t>
            </a:r>
            <a:r>
              <a:rPr lang="ko-KR" altLang="en-US" sz="1400"/>
              <a:t>주소는 </a:t>
            </a:r>
            <a:r>
              <a:rPr lang="en-US" altLang="ko-KR" sz="1400"/>
              <a:t>path</a:t>
            </a:r>
            <a:r>
              <a:rPr lang="ko-KR" altLang="en-US" sz="1400"/>
              <a:t>으로 정의</a:t>
            </a:r>
          </a:p>
        </p:txBody>
      </p:sp>
    </p:spTree>
    <p:extLst>
      <p:ext uri="{BB962C8B-B14F-4D97-AF65-F5344CB8AC3E}">
        <p14:creationId xmlns:p14="http://schemas.microsoft.com/office/powerpoint/2010/main" val="2478409133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</TotalTime>
  <Words>72</Words>
  <Application>Microsoft Office PowerPoint</Application>
  <PresentationFormat>와이드스크린</PresentationFormat>
  <Paragraphs>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Calibri</vt:lpstr>
      <vt:lpstr>Calibri Light</vt:lpstr>
      <vt:lpstr>추억</vt:lpstr>
      <vt:lpstr>공통레이아웃설정</vt:lpstr>
      <vt:lpstr>공통 레이아웃 작성</vt:lpstr>
      <vt:lpstr>Router에 공통레이아웃 및 Children Page설정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7</cp:revision>
  <dcterms:created xsi:type="dcterms:W3CDTF">2026-09-16T15:15:15Z</dcterms:created>
  <dcterms:modified xsi:type="dcterms:W3CDTF">2026-09-16T15:23:07Z</dcterms:modified>
</cp:coreProperties>
</file>